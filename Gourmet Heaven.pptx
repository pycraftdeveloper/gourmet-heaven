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06032-4BBB-3F8B-E2FA-12876914DA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33B5589-1499-83BA-DD81-AAA3DB02BB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4464B0A-81C1-6387-E657-8FB9833EAEE5}"/>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5" name="Footer Placeholder 4">
            <a:extLst>
              <a:ext uri="{FF2B5EF4-FFF2-40B4-BE49-F238E27FC236}">
                <a16:creationId xmlns:a16="http://schemas.microsoft.com/office/drawing/2014/main" id="{7059383C-4233-AC66-82D2-DF7CED3AC21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B128FA-DBB0-974B-3E32-344375EF03CA}"/>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1288798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8BFE-B2D6-9FC7-178C-B6380B968F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4C1B5EB-0879-296E-D078-9C67F746E7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4CBFF6-D061-6924-8AAF-40C2D926BC27}"/>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5" name="Footer Placeholder 4">
            <a:extLst>
              <a:ext uri="{FF2B5EF4-FFF2-40B4-BE49-F238E27FC236}">
                <a16:creationId xmlns:a16="http://schemas.microsoft.com/office/drawing/2014/main" id="{1BF07B71-F475-2203-269D-A5BBC2E875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89E2C6-2755-885D-4959-D7E3DD241012}"/>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3878646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7CBD-8787-B2BD-6F6B-3C32FBA8B0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AAADDF5-5A14-0FE3-F3D1-7C1118FABD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EDB13D-E725-713C-58BB-9E361EE29E11}"/>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5" name="Footer Placeholder 4">
            <a:extLst>
              <a:ext uri="{FF2B5EF4-FFF2-40B4-BE49-F238E27FC236}">
                <a16:creationId xmlns:a16="http://schemas.microsoft.com/office/drawing/2014/main" id="{39944A25-5071-1D0E-E3C7-C80A0404DF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24D460-2E24-B8B4-DB9F-151E18819846}"/>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389111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D77FB-72CD-10D7-D48A-38E6C71F027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C9F343-AD81-98B6-C27D-5EB6E885D9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29ECB9D-0A9F-B5A9-8340-897BB95B77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CC53FE0-C41F-9380-ACC0-30F16F0CC809}"/>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6" name="Footer Placeholder 5">
            <a:extLst>
              <a:ext uri="{FF2B5EF4-FFF2-40B4-BE49-F238E27FC236}">
                <a16:creationId xmlns:a16="http://schemas.microsoft.com/office/drawing/2014/main" id="{4E46547A-15C9-C090-4997-16CEC4B35A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082F1A8-19A6-88E5-6AC7-DF39905306C8}"/>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112212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69353-8643-BD76-E874-789C2936C29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F2BF38-5BE8-FEB3-9B0B-D95E862ECE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93CD7D-D8FD-F5A5-FDD3-CDF4A0C2F5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E9A3CD6-006E-A3C4-2563-645AEA96CB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E1D20-46DF-BFAF-EC70-7ED875A637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9179DFF-F16D-32F1-D206-3057C1BEDF07}"/>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8" name="Footer Placeholder 7">
            <a:extLst>
              <a:ext uri="{FF2B5EF4-FFF2-40B4-BE49-F238E27FC236}">
                <a16:creationId xmlns:a16="http://schemas.microsoft.com/office/drawing/2014/main" id="{7631CB44-BA21-3FF9-1D57-F32568DE638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A365DF-ACC1-BFEA-53DB-8F2B068336C2}"/>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3400630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85786-D52F-A4B0-7BCC-E051F7FEEFE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6A3CC10-A757-4210-F276-1A0A3257B1CB}"/>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4" name="Footer Placeholder 3">
            <a:extLst>
              <a:ext uri="{FF2B5EF4-FFF2-40B4-BE49-F238E27FC236}">
                <a16:creationId xmlns:a16="http://schemas.microsoft.com/office/drawing/2014/main" id="{6E8682E8-9B7D-304F-B861-6D4780115A1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9CF708B-559E-58F9-C34C-52F42B9683F5}"/>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606971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A89732-FE65-036E-B9CD-674F58C8413C}"/>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3" name="Footer Placeholder 2">
            <a:extLst>
              <a:ext uri="{FF2B5EF4-FFF2-40B4-BE49-F238E27FC236}">
                <a16:creationId xmlns:a16="http://schemas.microsoft.com/office/drawing/2014/main" id="{679F0222-5382-3B54-609E-C2C87807456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1E6ED49-35C3-C4F2-D0F5-142A81FCBFD3}"/>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1450266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47110-70DA-248C-8234-C738BA2411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BDF90E3-BC5B-E650-492A-4C6074C96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11B08C5-9C91-A815-1EAE-067247DD7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35212C-99C7-C8E4-60E3-BBB6E9B7942F}"/>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6" name="Footer Placeholder 5">
            <a:extLst>
              <a:ext uri="{FF2B5EF4-FFF2-40B4-BE49-F238E27FC236}">
                <a16:creationId xmlns:a16="http://schemas.microsoft.com/office/drawing/2014/main" id="{C89292E6-110B-305A-2376-3361301822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D59B5B-238C-C8BD-0CDC-CE73A2D55900}"/>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1011058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4801-DE89-43AF-ACC2-8ED97C9FC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795990D-CC5A-92F8-019B-37FB347D39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B6E36EF-D904-4F20-4D2A-148EFBC0B8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87EC64-7361-DE54-BB59-F1C8A5711B5C}"/>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6" name="Footer Placeholder 5">
            <a:extLst>
              <a:ext uri="{FF2B5EF4-FFF2-40B4-BE49-F238E27FC236}">
                <a16:creationId xmlns:a16="http://schemas.microsoft.com/office/drawing/2014/main" id="{7FB1B8F5-1569-C1AD-6F4D-D22CE39EFE7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C3638C-FAAD-5602-A5D4-9245E10BD03D}"/>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797888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BE217-C304-72FB-1836-430243FE6AF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E0AA8D3-1481-3495-3F30-9394A57372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3A2FC9D-BC31-54EA-E004-6C07D2E635CD}"/>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5" name="Footer Placeholder 4">
            <a:extLst>
              <a:ext uri="{FF2B5EF4-FFF2-40B4-BE49-F238E27FC236}">
                <a16:creationId xmlns:a16="http://schemas.microsoft.com/office/drawing/2014/main" id="{A7822A53-0E97-9538-C17F-9AF75A7A11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04F282-C55B-7A49-E72B-8729609BDAC6}"/>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3816122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BB64AB-C41D-42F9-CD71-541077EFED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4B41EA-558A-95B3-63C0-E75F817270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A4FC05F-1F3C-4CD3-3EEF-C239FDF41EC0}"/>
              </a:ext>
            </a:extLst>
          </p:cNvPr>
          <p:cNvSpPr>
            <a:spLocks noGrp="1"/>
          </p:cNvSpPr>
          <p:nvPr>
            <p:ph type="dt" sz="half" idx="10"/>
          </p:nvPr>
        </p:nvSpPr>
        <p:spPr/>
        <p:txBody>
          <a:bodyPr/>
          <a:lstStyle/>
          <a:p>
            <a:fld id="{045CE5A9-2204-4E52-8DF4-53E779FBDA99}" type="datetimeFigureOut">
              <a:rPr lang="en-GB" smtClean="0"/>
              <a:t>07/01/2026</a:t>
            </a:fld>
            <a:endParaRPr lang="en-GB"/>
          </a:p>
        </p:txBody>
      </p:sp>
      <p:sp>
        <p:nvSpPr>
          <p:cNvPr id="5" name="Footer Placeholder 4">
            <a:extLst>
              <a:ext uri="{FF2B5EF4-FFF2-40B4-BE49-F238E27FC236}">
                <a16:creationId xmlns:a16="http://schemas.microsoft.com/office/drawing/2014/main" id="{68212A1C-5BEF-A938-2596-7017019EAC2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02D5DD5-5C43-7DF0-1FB4-01962AF72B23}"/>
              </a:ext>
            </a:extLst>
          </p:cNvPr>
          <p:cNvSpPr>
            <a:spLocks noGrp="1"/>
          </p:cNvSpPr>
          <p:nvPr>
            <p:ph type="sldNum" sz="quarter" idx="12"/>
          </p:nvPr>
        </p:nvSpPr>
        <p:spPr/>
        <p:txBody>
          <a:bodyPr/>
          <a:lstStyle/>
          <a:p>
            <a:fld id="{FAAB74DF-C867-4E65-A18F-78753C260CC2}" type="slidenum">
              <a:rPr lang="en-GB" smtClean="0"/>
              <a:t>‹#›</a:t>
            </a:fld>
            <a:endParaRPr lang="en-GB"/>
          </a:p>
        </p:txBody>
      </p:sp>
    </p:spTree>
    <p:extLst>
      <p:ext uri="{BB962C8B-B14F-4D97-AF65-F5344CB8AC3E}">
        <p14:creationId xmlns:p14="http://schemas.microsoft.com/office/powerpoint/2010/main" val="3125284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1E0665-627A-30C5-642F-18AEF5C38D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CBAA164-3906-1126-EFF2-FB409CB186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4BC2F-6FDB-1C2D-6877-35A3CCECC5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5CE5A9-2204-4E52-8DF4-53E779FBDA99}" type="datetimeFigureOut">
              <a:rPr lang="en-GB" smtClean="0"/>
              <a:t>07/01/2026</a:t>
            </a:fld>
            <a:endParaRPr lang="en-GB"/>
          </a:p>
        </p:txBody>
      </p:sp>
      <p:sp>
        <p:nvSpPr>
          <p:cNvPr id="5" name="Footer Placeholder 4">
            <a:extLst>
              <a:ext uri="{FF2B5EF4-FFF2-40B4-BE49-F238E27FC236}">
                <a16:creationId xmlns:a16="http://schemas.microsoft.com/office/drawing/2014/main" id="{3015319D-D0E7-F760-8C0B-ADD350AFA0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2B0ABE7-88F8-6C38-F4E6-1C49EBC19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AB74DF-C867-4E65-A18F-78753C260CC2}" type="slidenum">
              <a:rPr lang="en-GB" smtClean="0"/>
              <a:t>‹#›</a:t>
            </a:fld>
            <a:endParaRPr lang="en-GB"/>
          </a:p>
        </p:txBody>
      </p:sp>
    </p:spTree>
    <p:extLst>
      <p:ext uri="{BB962C8B-B14F-4D97-AF65-F5344CB8AC3E}">
        <p14:creationId xmlns:p14="http://schemas.microsoft.com/office/powerpoint/2010/main" val="2449439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4CCEDBB-06C8-21A7-CACA-922308B798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8367" y="3625196"/>
            <a:ext cx="3455266" cy="2222193"/>
          </a:xfrm>
          <a:prstGeom prst="rect">
            <a:avLst/>
          </a:prstGeom>
        </p:spPr>
      </p:pic>
      <p:sp>
        <p:nvSpPr>
          <p:cNvPr id="21" name="TextBox 20">
            <a:extLst>
              <a:ext uri="{FF2B5EF4-FFF2-40B4-BE49-F238E27FC236}">
                <a16:creationId xmlns:a16="http://schemas.microsoft.com/office/drawing/2014/main" id="{CBD2CE44-2C3C-6CFE-BF77-CF09E81D4B8C}"/>
              </a:ext>
            </a:extLst>
          </p:cNvPr>
          <p:cNvSpPr txBox="1"/>
          <p:nvPr/>
        </p:nvSpPr>
        <p:spPr>
          <a:xfrm>
            <a:off x="5750759" y="3071197"/>
            <a:ext cx="508473" cy="369332"/>
          </a:xfrm>
          <a:prstGeom prst="rect">
            <a:avLst/>
          </a:prstGeom>
          <a:noFill/>
        </p:spPr>
        <p:txBody>
          <a:bodyPr wrap="none" rtlCol="0">
            <a:spAutoFit/>
          </a:bodyPr>
          <a:lstStyle/>
          <a:p>
            <a:r>
              <a:rPr lang="en-US" dirty="0">
                <a:latin typeface="SaIKYO" pitchFamily="2" charset="0"/>
              </a:rPr>
              <a:t>By</a:t>
            </a:r>
            <a:endParaRPr lang="en-GB" dirty="0">
              <a:latin typeface="SaIKYO" pitchFamily="2" charset="0"/>
            </a:endParaRPr>
          </a:p>
        </p:txBody>
      </p:sp>
      <p:sp>
        <p:nvSpPr>
          <p:cNvPr id="22" name="TextBox 21">
            <a:extLst>
              <a:ext uri="{FF2B5EF4-FFF2-40B4-BE49-F238E27FC236}">
                <a16:creationId xmlns:a16="http://schemas.microsoft.com/office/drawing/2014/main" id="{9E45358F-86BA-02AD-3A5A-9BC19C0A310D}"/>
              </a:ext>
            </a:extLst>
          </p:cNvPr>
          <p:cNvSpPr txBox="1"/>
          <p:nvPr/>
        </p:nvSpPr>
        <p:spPr>
          <a:xfrm>
            <a:off x="2757742" y="278151"/>
            <a:ext cx="7184980" cy="2215991"/>
          </a:xfrm>
          <a:prstGeom prst="rect">
            <a:avLst/>
          </a:prstGeom>
          <a:noFill/>
        </p:spPr>
        <p:txBody>
          <a:bodyPr wrap="none" rtlCol="0">
            <a:spAutoFit/>
          </a:bodyPr>
          <a:lstStyle/>
          <a:p>
            <a:r>
              <a:rPr lang="en-US" sz="13800" dirty="0">
                <a:latin typeface="Nuku Nuku" panose="02000000000000000000" pitchFamily="2" charset="0"/>
              </a:rPr>
              <a:t>G   URMET</a:t>
            </a:r>
            <a:endParaRPr lang="en-GB" sz="13800" dirty="0">
              <a:latin typeface="Nuku Nuku" panose="02000000000000000000" pitchFamily="2" charset="0"/>
            </a:endParaRPr>
          </a:p>
        </p:txBody>
      </p:sp>
      <p:pic>
        <p:nvPicPr>
          <p:cNvPr id="24" name="Picture 23">
            <a:extLst>
              <a:ext uri="{FF2B5EF4-FFF2-40B4-BE49-F238E27FC236}">
                <a16:creationId xmlns:a16="http://schemas.microsoft.com/office/drawing/2014/main" id="{44D554E2-8311-740C-C5C6-5F723C121C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8509" y="675736"/>
            <a:ext cx="1420820" cy="1420820"/>
          </a:xfrm>
          <a:prstGeom prst="rect">
            <a:avLst/>
          </a:prstGeom>
        </p:spPr>
      </p:pic>
      <p:sp>
        <p:nvSpPr>
          <p:cNvPr id="25" name="TextBox 24">
            <a:extLst>
              <a:ext uri="{FF2B5EF4-FFF2-40B4-BE49-F238E27FC236}">
                <a16:creationId xmlns:a16="http://schemas.microsoft.com/office/drawing/2014/main" id="{C60D6664-BC86-BA29-8C52-5AAE9A0D235E}"/>
              </a:ext>
            </a:extLst>
          </p:cNvPr>
          <p:cNvSpPr txBox="1"/>
          <p:nvPr/>
        </p:nvSpPr>
        <p:spPr>
          <a:xfrm>
            <a:off x="3662848" y="1909366"/>
            <a:ext cx="4684296" cy="1323439"/>
          </a:xfrm>
          <a:prstGeom prst="rect">
            <a:avLst/>
          </a:prstGeom>
          <a:noFill/>
        </p:spPr>
        <p:txBody>
          <a:bodyPr wrap="none" rtlCol="0">
            <a:spAutoFit/>
          </a:bodyPr>
          <a:lstStyle/>
          <a:p>
            <a:r>
              <a:rPr lang="en-US" sz="8000" dirty="0">
                <a:solidFill>
                  <a:schemeClr val="tx1">
                    <a:lumMod val="50000"/>
                    <a:lumOff val="50000"/>
                  </a:schemeClr>
                </a:solidFill>
                <a:latin typeface="Book Antiqua" panose="02040602050305030304" pitchFamily="18" charset="0"/>
              </a:rPr>
              <a:t>HEAVEN</a:t>
            </a:r>
            <a:endParaRPr lang="en-GB" sz="8000" dirty="0">
              <a:solidFill>
                <a:schemeClr val="tx1">
                  <a:lumMod val="50000"/>
                  <a:lumOff val="50000"/>
                </a:schemeClr>
              </a:solidFill>
              <a:latin typeface="Book Antiqua" panose="02040602050305030304" pitchFamily="18" charset="0"/>
            </a:endParaRPr>
          </a:p>
        </p:txBody>
      </p:sp>
    </p:spTree>
    <p:extLst>
      <p:ext uri="{BB962C8B-B14F-4D97-AF65-F5344CB8AC3E}">
        <p14:creationId xmlns:p14="http://schemas.microsoft.com/office/powerpoint/2010/main" val="3095370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32CF0-2ACC-A59B-2FAA-E74E6956DED9}"/>
              </a:ext>
            </a:extLst>
          </p:cNvPr>
          <p:cNvSpPr>
            <a:spLocks noGrp="1"/>
          </p:cNvSpPr>
          <p:nvPr>
            <p:ph type="title"/>
          </p:nvPr>
        </p:nvSpPr>
        <p:spPr/>
        <p:txBody>
          <a:bodyPr/>
          <a:lstStyle/>
          <a:p>
            <a:r>
              <a:rPr lang="en-US" dirty="0"/>
              <a:t>Who are we?</a:t>
            </a:r>
            <a:endParaRPr lang="en-GB" dirty="0"/>
          </a:p>
        </p:txBody>
      </p:sp>
      <p:sp>
        <p:nvSpPr>
          <p:cNvPr id="3" name="Content Placeholder 2">
            <a:extLst>
              <a:ext uri="{FF2B5EF4-FFF2-40B4-BE49-F238E27FC236}">
                <a16:creationId xmlns:a16="http://schemas.microsoft.com/office/drawing/2014/main" id="{9C7E79DD-7DCB-3BCA-F046-27D3E6F88E00}"/>
              </a:ext>
            </a:extLst>
          </p:cNvPr>
          <p:cNvSpPr>
            <a:spLocks noGrp="1"/>
          </p:cNvSpPr>
          <p:nvPr>
            <p:ph idx="1"/>
          </p:nvPr>
        </p:nvSpPr>
        <p:spPr/>
        <p:txBody>
          <a:bodyPr>
            <a:normAutofit/>
          </a:bodyPr>
          <a:lstStyle/>
          <a:p>
            <a:r>
              <a:rPr lang="en-US" dirty="0"/>
              <a:t>Flatt Jade Studios is small group of University of Northampton Games students looking to help more people learn about the world by playing games. Let me introduce you to the team!</a:t>
            </a:r>
          </a:p>
          <a:p>
            <a:r>
              <a:rPr lang="en-GB" b="1" dirty="0"/>
              <a:t>Project manager: </a:t>
            </a:r>
            <a:r>
              <a:rPr lang="en-GB" dirty="0"/>
              <a:t>Joshua Cossar</a:t>
            </a:r>
          </a:p>
          <a:p>
            <a:r>
              <a:rPr lang="en-GB" b="1" dirty="0"/>
              <a:t>Lead programmer:</a:t>
            </a:r>
            <a:r>
              <a:rPr lang="en-GB" dirty="0"/>
              <a:t> Thomas Jebson</a:t>
            </a:r>
          </a:p>
          <a:p>
            <a:r>
              <a:rPr lang="en-GB" b="1" dirty="0"/>
              <a:t>Lead designer:</a:t>
            </a:r>
            <a:r>
              <a:rPr lang="en-GB" dirty="0"/>
              <a:t> Dawid Galka-Wozniak</a:t>
            </a:r>
          </a:p>
          <a:p>
            <a:r>
              <a:rPr lang="en-GB" b="1" dirty="0"/>
              <a:t>Design team:</a:t>
            </a:r>
            <a:r>
              <a:rPr lang="en-GB" dirty="0"/>
              <a:t> Josh Cossar, Emmie </a:t>
            </a:r>
            <a:r>
              <a:rPr lang="en-GB" dirty="0" err="1"/>
              <a:t>Heane</a:t>
            </a:r>
            <a:endParaRPr lang="en-GB" dirty="0"/>
          </a:p>
          <a:p>
            <a:r>
              <a:rPr lang="en-GB" b="1" dirty="0"/>
              <a:t>Lead artist:</a:t>
            </a:r>
            <a:r>
              <a:rPr lang="en-GB" dirty="0"/>
              <a:t> Alice Haydon-Grime</a:t>
            </a:r>
          </a:p>
          <a:p>
            <a:r>
              <a:rPr lang="en-GB" b="1" dirty="0"/>
              <a:t>Art team:</a:t>
            </a:r>
            <a:r>
              <a:rPr lang="en-GB" dirty="0"/>
              <a:t> Finlay Thomson, Luna Lin Gao, Theo Carre</a:t>
            </a:r>
          </a:p>
        </p:txBody>
      </p:sp>
    </p:spTree>
    <p:extLst>
      <p:ext uri="{BB962C8B-B14F-4D97-AF65-F5344CB8AC3E}">
        <p14:creationId xmlns:p14="http://schemas.microsoft.com/office/powerpoint/2010/main" val="157134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C4AA6-A811-A8FC-B9AE-42B3C60E25F3}"/>
              </a:ext>
            </a:extLst>
          </p:cNvPr>
          <p:cNvSpPr>
            <a:spLocks noGrp="1"/>
          </p:cNvSpPr>
          <p:nvPr>
            <p:ph type="title"/>
          </p:nvPr>
        </p:nvSpPr>
        <p:spPr/>
        <p:txBody>
          <a:bodyPr/>
          <a:lstStyle/>
          <a:p>
            <a:r>
              <a:rPr lang="en-US" dirty="0"/>
              <a:t>What is Gourmet Heaven?</a:t>
            </a:r>
            <a:endParaRPr lang="en-GB" dirty="0"/>
          </a:p>
        </p:txBody>
      </p:sp>
      <p:sp>
        <p:nvSpPr>
          <p:cNvPr id="3" name="Content Placeholder 2">
            <a:extLst>
              <a:ext uri="{FF2B5EF4-FFF2-40B4-BE49-F238E27FC236}">
                <a16:creationId xmlns:a16="http://schemas.microsoft.com/office/drawing/2014/main" id="{80062885-2FD2-4AE5-6D30-45F4DA8CF201}"/>
              </a:ext>
            </a:extLst>
          </p:cNvPr>
          <p:cNvSpPr>
            <a:spLocks noGrp="1"/>
          </p:cNvSpPr>
          <p:nvPr>
            <p:ph idx="1"/>
          </p:nvPr>
        </p:nvSpPr>
        <p:spPr/>
        <p:txBody>
          <a:bodyPr/>
          <a:lstStyle/>
          <a:p>
            <a:r>
              <a:rPr lang="en-US" dirty="0"/>
              <a:t>Gourmet Heaven is an Asian inspired cooking game targeted at the mobile market.</a:t>
            </a:r>
          </a:p>
          <a:p>
            <a:r>
              <a:rPr lang="en-GB" dirty="0"/>
              <a:t>A single-player cosy casual food simulator, following the struggles of running a small family business. This game features a variety of food-making minigames that hone the art of time management.</a:t>
            </a:r>
          </a:p>
          <a:p>
            <a:r>
              <a:rPr lang="en-GB" dirty="0"/>
              <a:t>This game follows the story of </a:t>
            </a:r>
            <a:r>
              <a:rPr lang="en-US" dirty="0"/>
              <a:t>a young, fresh-out-of-college adult who has recently taken over the family business. Follow along their journey as they keep the restaurant afloat. </a:t>
            </a:r>
            <a:endParaRPr lang="en-GB" dirty="0"/>
          </a:p>
        </p:txBody>
      </p:sp>
    </p:spTree>
    <p:extLst>
      <p:ext uri="{BB962C8B-B14F-4D97-AF65-F5344CB8AC3E}">
        <p14:creationId xmlns:p14="http://schemas.microsoft.com/office/powerpoint/2010/main" val="3098885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5793-5B7C-6F47-AA11-7F36550E37A9}"/>
              </a:ext>
            </a:extLst>
          </p:cNvPr>
          <p:cNvSpPr>
            <a:spLocks noGrp="1"/>
          </p:cNvSpPr>
          <p:nvPr>
            <p:ph type="title"/>
          </p:nvPr>
        </p:nvSpPr>
        <p:spPr>
          <a:xfrm>
            <a:off x="838197" y="2766218"/>
            <a:ext cx="10515600" cy="1325563"/>
          </a:xfrm>
        </p:spPr>
        <p:txBody>
          <a:bodyPr/>
          <a:lstStyle/>
          <a:p>
            <a:pPr algn="ctr"/>
            <a:r>
              <a:rPr lang="en-US" dirty="0"/>
              <a:t>Game Demonstration</a:t>
            </a:r>
            <a:endParaRPr lang="en-GB" dirty="0"/>
          </a:p>
        </p:txBody>
      </p:sp>
    </p:spTree>
    <p:extLst>
      <p:ext uri="{BB962C8B-B14F-4D97-AF65-F5344CB8AC3E}">
        <p14:creationId xmlns:p14="http://schemas.microsoft.com/office/powerpoint/2010/main" val="72937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09837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166</Words>
  <Application>Microsoft Office PowerPoint</Application>
  <PresentationFormat>Widescreen</PresentationFormat>
  <Paragraphs>16</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Book Antiqua</vt:lpstr>
      <vt:lpstr>Calibri</vt:lpstr>
      <vt:lpstr>Calibri Light</vt:lpstr>
      <vt:lpstr>Nuku Nuku</vt:lpstr>
      <vt:lpstr>SaIKYO</vt:lpstr>
      <vt:lpstr>Office Theme</vt:lpstr>
      <vt:lpstr>PowerPoint Presentation</vt:lpstr>
      <vt:lpstr>Who are we?</vt:lpstr>
      <vt:lpstr>What is Gourmet Heaven?</vt:lpstr>
      <vt:lpstr>Game Demonstration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Jebson Thomas</dc:creator>
  <cp:lastModifiedBy>Jebson Thomas</cp:lastModifiedBy>
  <cp:revision>13</cp:revision>
  <dcterms:created xsi:type="dcterms:W3CDTF">2026-01-06T18:06:21Z</dcterms:created>
  <dcterms:modified xsi:type="dcterms:W3CDTF">2026-01-07T15:28:53Z</dcterms:modified>
</cp:coreProperties>
</file>